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991F3-3184-59CF-C0A1-D42BC2340F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0936F-5F29-2A99-127E-3C925A99C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D754F-E5F4-C334-936C-DAD6CB62B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29FEC-DFEF-4DB2-98B8-2D3BCBF867A9}" type="datetimeFigureOut">
              <a:rPr lang="en-IN" smtClean="0"/>
              <a:t>31-05-2022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E3FA2-38AD-3D1A-0D52-CAC3FBAD2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45552-085D-4916-4A79-BAD550DF0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F1FD3-5FB4-4022-BD80-C57A2AEA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202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9DA3-439B-E22B-3B73-39F9900BF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2A544-BB9F-FF5D-778A-B438B7E3C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69B54-1AAC-DDF7-9CFC-738E47AA1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29FEC-DFEF-4DB2-98B8-2D3BCBF867A9}" type="datetimeFigureOut">
              <a:rPr lang="en-IN" smtClean="0"/>
              <a:t>31-05-2022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8F4E8-E4FC-06AD-A215-4116AFB2C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A20B8-7EB0-8ED7-F37D-9EFFB717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F1FD3-5FB4-4022-BD80-C57A2AEA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196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8194-7F42-A987-9049-DF4DBC12C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4FF38-1E6E-5071-A603-5EDEBF485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A47E7-06BD-96DB-F8F6-88DB0C75A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29FEC-DFEF-4DB2-98B8-2D3BCBF867A9}" type="datetimeFigureOut">
              <a:rPr lang="en-IN" smtClean="0"/>
              <a:t>31-05-2022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78174-1D10-EC95-F596-7AE6A027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CFF0B-EAFB-751D-8651-996515D4D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F1FD3-5FB4-4022-BD80-C57A2AEA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00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7416B-6CC4-6FBD-CD65-934752E04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F5F4D-1CDA-4C40-C418-E21FAC1630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E48B7-7E37-44D9-6C5A-5E259B27D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6083C-AC9D-F4FB-F2FE-3F6CCA36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29FEC-DFEF-4DB2-98B8-2D3BCBF867A9}" type="datetimeFigureOut">
              <a:rPr lang="en-IN" smtClean="0"/>
              <a:t>31-05-2022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E7BD2-2A36-9750-B15D-6CDBE5FA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FB31A-A738-C759-6840-90364AA36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F1FD3-5FB4-4022-BD80-C57A2AEA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770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C5BFE-85B2-8381-7ADE-C58F19297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BD1DC-5669-075A-8ACD-CC04533AA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B871F-FEC6-7BFB-A62B-DFC329600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441069-EA0E-9DF6-821D-C41504741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0189FE-4FF0-F747-6B76-5B68A7F04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061224-CC8A-8576-E3BB-1564B7325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29FEC-DFEF-4DB2-98B8-2D3BCBF867A9}" type="datetimeFigureOut">
              <a:rPr lang="en-IN" smtClean="0"/>
              <a:t>31-05-2022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B54917-A84B-77F3-62FA-1CFC65811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0024FD-E14F-14DB-EB2B-E27E2C47C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F1FD3-5FB4-4022-BD80-C57A2AEA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252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E83A-8F16-FDC4-043B-6D0FB2038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86760C-668C-C86C-737B-016DBC6B4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29FEC-DFEF-4DB2-98B8-2D3BCBF867A9}" type="datetimeFigureOut">
              <a:rPr lang="en-IN" smtClean="0"/>
              <a:t>31-05-2022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AFB639-A871-FE1A-3014-28387593E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BDFC37-7DF8-3854-0121-1385E51B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F1FD3-5FB4-4022-BD80-C57A2AEA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398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5F5CFC-291F-6DF4-3F75-DA8DADFB0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29FEC-DFEF-4DB2-98B8-2D3BCBF867A9}" type="datetimeFigureOut">
              <a:rPr lang="en-IN" smtClean="0"/>
              <a:t>31-05-2022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0FAF23-7FB6-1506-0251-A0B3B7DAC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82580-8D3E-F319-5932-F8B7665A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F1FD3-5FB4-4022-BD80-C57A2AEA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491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0269-74B4-4C81-07C0-958E7202F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E945C-28B4-24BA-A12C-6D1AD5892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4517F-3225-D527-47BB-C9F528047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3785E-9873-3A5C-FBA2-D7E26AA28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29FEC-DFEF-4DB2-98B8-2D3BCBF867A9}" type="datetimeFigureOut">
              <a:rPr lang="en-IN" smtClean="0"/>
              <a:t>31-05-2022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2ED4D-7240-41BF-45E4-A8589B03A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F4778-213C-CDE9-1C08-EABC1B732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F1FD3-5FB4-4022-BD80-C57A2AEA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482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50E2E-AC05-110E-262C-62823973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0F282-DE31-460F-E320-F3254E048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3FF20-E16D-BE35-32A4-AE9154197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7B8C5-E047-80EF-394E-360233B7B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29FEC-DFEF-4DB2-98B8-2D3BCBF867A9}" type="datetimeFigureOut">
              <a:rPr lang="en-IN" smtClean="0"/>
              <a:t>31-05-2022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A45EA-9ACD-4528-669C-E07F4354F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42B8E-5599-CB49-CD09-5F0D425B5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F1FD3-5FB4-4022-BD80-C57A2AEA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625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D4BCD-724F-9502-1900-861EB438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ED93A-557D-1724-2994-B3A8E0FCD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89068-33DD-169F-3171-A3D1B999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29FEC-DFEF-4DB2-98B8-2D3BCBF867A9}" type="datetimeFigureOut">
              <a:rPr lang="en-IN" smtClean="0"/>
              <a:t>31-05-2022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4697C-B865-4EDE-52F1-5213A6A5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CBEE9-8C20-826D-58F0-EBF6F5C6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F1FD3-5FB4-4022-BD80-C57A2AEA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264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1214-FD7F-C93B-23EA-CDE4928931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D4751E-AB22-AD38-A019-DC3FA99C6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072E6-3AF4-AE12-47E1-1D78D4884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29FEC-DFEF-4DB2-98B8-2D3BCBF867A9}" type="datetimeFigureOut">
              <a:rPr lang="en-IN" smtClean="0"/>
              <a:t>31-05-2022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92272-12BF-BD7E-3F67-0BE0B4487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624CB-610D-70BD-7505-5693F477D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F1FD3-5FB4-4022-BD80-C57A2AEA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75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AFB5BC-CE2B-A4F2-832C-72F4DC606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2956F-F4EA-E889-71A1-51AD717E3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A978B-E8C6-BCC5-5CF6-8FFCFB1DE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29FEC-DFEF-4DB2-98B8-2D3BCBF867A9}" type="datetimeFigureOut">
              <a:rPr lang="en-IN" smtClean="0"/>
              <a:t>31-05-2022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075C2-E861-7F3D-E21A-C6F8DB666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0B2CF-CFB9-8FB9-AF46-37914C109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1FD3-5FB4-4022-BD80-C57A2AEA7A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10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C2D91-61C5-9C40-9AED-00DA42C976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B0894-5D3E-5501-7CBF-BED512ED94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785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AJAJ ALAM</dc:creator>
  <cp:lastModifiedBy>AJAJ ALAM</cp:lastModifiedBy>
  <cp:revision>1</cp:revision>
  <dcterms:created xsi:type="dcterms:W3CDTF">2022-05-31T01:39:24Z</dcterms:created>
  <dcterms:modified xsi:type="dcterms:W3CDTF">2022-05-31T01:39:30Z</dcterms:modified>
</cp:coreProperties>
</file>